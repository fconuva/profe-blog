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b005a80e534e5f" /><Relationship Type="http://schemas.openxmlformats.org/officeDocument/2006/relationships/extended-properties" Target="/docProps/app.xml" Id="R539fc7836a80473c" /><Relationship Type="http://schemas.openxmlformats.org/officeDocument/2006/relationships/officeDocument" Target="/ppt/presentation.xml" Id="Rb30243ed81dc45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011926bdc149e0"/>
  </p:sldMasterIdLst>
  <p:notesMasterIdLst>
    <p:notesMasterId xmlns:r="http://schemas.openxmlformats.org/officeDocument/2006/relationships" r:id="R5502f56e061344df"/>
  </p:notesMasterIdLst>
  <p:sldIdLst>
    <p:sldId xmlns:r="http://schemas.openxmlformats.org/officeDocument/2006/relationships" id="256" r:id="Rf6e59873c9324fdf"/>
    <p:sldId xmlns:r="http://schemas.openxmlformats.org/officeDocument/2006/relationships" id="257" r:id="Ra3722b7d08f8475a"/>
    <p:sldId xmlns:r="http://schemas.openxmlformats.org/officeDocument/2006/relationships" id="258" r:id="Ra19baf8b31ea4fc4"/>
    <p:sldId xmlns:r="http://schemas.openxmlformats.org/officeDocument/2006/relationships" id="259" r:id="Rd61be94ee1be43e4"/>
    <p:sldId xmlns:r="http://schemas.openxmlformats.org/officeDocument/2006/relationships" id="260" r:id="R39a3f6cb1ea344ee"/>
    <p:sldId xmlns:r="http://schemas.openxmlformats.org/officeDocument/2006/relationships" id="261" r:id="Rfb7c38614dc34395"/>
    <p:sldId xmlns:r="http://schemas.openxmlformats.org/officeDocument/2006/relationships" id="262" r:id="Rff6494b0eb9e438b"/>
    <p:sldId xmlns:r="http://schemas.openxmlformats.org/officeDocument/2006/relationships" id="263" r:id="Rcf5d26defc1c4d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67ce9bc8a4117" /><Relationship Type="http://schemas.openxmlformats.org/officeDocument/2006/relationships/slideMaster" Target="/ppt/slideMasters/slideMaster1.xml" Id="Rf4011926bdc149e0" /><Relationship Type="http://schemas.openxmlformats.org/officeDocument/2006/relationships/notesMaster" Target="/ppt/notesMasters/notesMaster1.xml" Id="R5502f56e061344df" /><Relationship Type="http://schemas.openxmlformats.org/officeDocument/2006/relationships/presProps" Target="/ppt/presProps.xml" Id="Rd6a7cb031a994c76" /><Relationship Type="http://schemas.openxmlformats.org/officeDocument/2006/relationships/tableStyles" Target="/ppt/tableStyles.xml" Id="Raec1653918cb41fd" /><Relationship Type="http://schemas.openxmlformats.org/officeDocument/2006/relationships/slide" Target="/ppt/slides/slide1.xml" Id="Rf6e59873c9324fdf" /><Relationship Type="http://schemas.openxmlformats.org/officeDocument/2006/relationships/slide" Target="/ppt/slides/slide2.xml" Id="Ra3722b7d08f8475a" /><Relationship Type="http://schemas.openxmlformats.org/officeDocument/2006/relationships/slide" Target="/ppt/slides/slide3.xml" Id="Ra19baf8b31ea4fc4" /><Relationship Type="http://schemas.openxmlformats.org/officeDocument/2006/relationships/slide" Target="/ppt/slides/slide4.xml" Id="Rd61be94ee1be43e4" /><Relationship Type="http://schemas.openxmlformats.org/officeDocument/2006/relationships/slide" Target="/ppt/slides/slide5.xml" Id="R39a3f6cb1ea344ee" /><Relationship Type="http://schemas.openxmlformats.org/officeDocument/2006/relationships/slide" Target="/ppt/slides/slide6.xml" Id="Rfb7c38614dc34395" /><Relationship Type="http://schemas.openxmlformats.org/officeDocument/2006/relationships/slide" Target="/ppt/slides/slide7.xml" Id="Rff6494b0eb9e438b" /><Relationship Type="http://schemas.openxmlformats.org/officeDocument/2006/relationships/slide" Target="/ppt/slides/slide8.xml" Id="Rcf5d26defc1c4d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f6f59e0d554e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cbdd8c83aa4072" /><Relationship Type="http://schemas.openxmlformats.org/officeDocument/2006/relationships/notesMaster" Target="/ppt/notesMasters/notesMaster1.xml" Id="R9ee2331d8c1f43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ca53323f5945d4" /><Relationship Type="http://schemas.openxmlformats.org/officeDocument/2006/relationships/notesMaster" Target="/ppt/notesMasters/notesMaster1.xml" Id="R77fab200d49343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74360bf3d544e4" /><Relationship Type="http://schemas.openxmlformats.org/officeDocument/2006/relationships/notesMaster" Target="/ppt/notesMasters/notesMaster1.xml" Id="Rfab415e90708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ea36f4b7eb4aaf" /><Relationship Type="http://schemas.openxmlformats.org/officeDocument/2006/relationships/notesMaster" Target="/ppt/notesMasters/notesMaster1.xml" Id="R133f7bb288fc43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6c825edc644166" /><Relationship Type="http://schemas.openxmlformats.org/officeDocument/2006/relationships/notesMaster" Target="/ppt/notesMasters/notesMaster1.xml" Id="Rfbf260a759d242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d4de35ccf4425f" /><Relationship Type="http://schemas.openxmlformats.org/officeDocument/2006/relationships/notesMaster" Target="/ppt/notesMasters/notesMaster1.xml" Id="R6186f1b9ff44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dfe26e19fe4daf" /><Relationship Type="http://schemas.openxmlformats.org/officeDocument/2006/relationships/notesMaster" Target="/ppt/notesMasters/notesMaster1.xml" Id="R81b6c72fba234a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9c82c454324aee" /><Relationship Type="http://schemas.openxmlformats.org/officeDocument/2006/relationships/notesMaster" Target="/ppt/notesMasters/notesMaster1.xml" Id="R6c1aaea28ff04d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abffeddb446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8432534114b62" /><Relationship Type="http://schemas.openxmlformats.org/officeDocument/2006/relationships/slideLayout" Target="/ppt/slideLayouts/slideLayout1.xml" Id="R00e0ae8ea34649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e0ae8ea34649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8d22b601048fb" /><Relationship Type="http://schemas.openxmlformats.org/officeDocument/2006/relationships/image" Target="/ppt/media/image.bin" Id="R449fbc0a69bb49a7" /><Relationship Type="http://schemas.openxmlformats.org/officeDocument/2006/relationships/image" Target="/ppt/media/image.png" Id="R255934f239f84120" /><Relationship Type="http://schemas.openxmlformats.org/officeDocument/2006/relationships/notesSlide" Target="/ppt/notesSlides/notesSlide1.xml" Id="R11d55a77ba004f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42bd81c0247fd" /><Relationship Type="http://schemas.openxmlformats.org/officeDocument/2006/relationships/notesSlide" Target="/ppt/notesSlides/notesSlide2.xml" Id="Rab6f483c9ff6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dcdf52f364747" /><Relationship Type="http://schemas.openxmlformats.org/officeDocument/2006/relationships/notesSlide" Target="/ppt/notesSlides/notesSlide3.xml" Id="R6332097e2c7a4f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20ed5e014a91" /><Relationship Type="http://schemas.openxmlformats.org/officeDocument/2006/relationships/notesSlide" Target="/ppt/notesSlides/notesSlide4.xml" Id="R69dcc1669810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fe2893d7d42e5" /><Relationship Type="http://schemas.openxmlformats.org/officeDocument/2006/relationships/notesSlide" Target="/ppt/notesSlides/notesSlide5.xml" Id="Rac24eb90e32b40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a20d3bd5e496b" /><Relationship Type="http://schemas.openxmlformats.org/officeDocument/2006/relationships/notesSlide" Target="/ppt/notesSlides/notesSlide6.xml" Id="Rd094a922913c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aa75e38be4990" /><Relationship Type="http://schemas.openxmlformats.org/officeDocument/2006/relationships/notesSlide" Target="/ppt/notesSlides/notesSlide7.xml" Id="R5873fc3cafff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48f0c33714d75" /><Relationship Type="http://schemas.openxmlformats.org/officeDocument/2006/relationships/image" Target="/ppt/media/image2.bin" Id="Ra9f885733f834158" /><Relationship Type="http://schemas.openxmlformats.org/officeDocument/2006/relationships/notesSlide" Target="/ppt/notesSlides/notesSlide8.xml" Id="Rcc365bc7211541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3143FB18-0133-45DD-8F71-C71DB201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fbc0a69bb49a7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65FFB7DC-6B6F-449B-BB16-E6AA8F41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934f239f84120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C464B6BA-70F1-42A4-B60E-0D7C7B92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E17BF4E9-F520-458C-B5D6-8BE7660D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Máquina de alineación de correa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9810E923-FBD4-46BE-88D4-F8DB4B1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1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7B5DAC2F-AE98-4104-9162-C63FABDE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Vicente Sánchez Rodríguez · Máximo Ruiz Mejías · Benjamín Verdugo Ruiz · Darwin Torres Quiroz · Vicente Yévenes Novoa · Ricardo Salas Chaparro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1F622534-A5C1-48A5-84BE-F0EBA013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298047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54A0A77A-4566-4A42-A8FD-EF7D1979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AEA2CF0-571C-416D-9E1A-C493555A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5942A970-1019-4B62-AAAC-B2A2C4B7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463B2CAB-1057-4C35-A502-46476E9B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0E2606EF-B397-4E42-840C-79389F81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86735B1D-591A-44BA-85AA-77BED10C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6C647349-C805-4F38-B5A0-3167B772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Máquina de alineación de correa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8102EE8A-AAC2-4F65-8CB6-B1AE98D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67B0F4DE-E9FA-4DD7-AA5B-6D6620CB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D185D292-E111-47A8-9F19-B5C95A1A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6F2E6848-F644-48E0-A4FB-A61E198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8D2FBE14-2403-4F8A-BB05-32F7C549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53F1A6C4-750D-437F-AF1E-AF724612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4FA91434-E2C2-40AD-B154-6BEEF1C3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88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AED2D3F8-B375-4C99-AC7F-5E14CD48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9848D26-7183-4458-A423-F70C6F7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04CBAFE7-29E1-4102-9DFE-FBE3538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77D4B59B-6C7C-4F2B-BE92-2E9D1AC8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9E778E-EE70-49A5-B0A1-C4795B2B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7856E81D-537C-42BA-9BDD-232D9C5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67DE41D3-D28E-4E20-ADF1-E7EBE8EF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B1883C-4B4C-440A-B8D3-5F6FDAC0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9D0350C-00ED-4371-A199-CF0E7343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FFB1ED-5C84-4A43-A4A0-B161E296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5AF2827F-DF29-40B2-8311-8F03C68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15E82A-C7A7-40D2-B958-9B010DAD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8E405E4-C355-4108-9639-105C6A8D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8EB4ACA-0F7C-42D8-94E1-ED640D19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AF9F2B29-FF84-4743-B5DA-2B20D258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3283EB-A12F-4061-B552-4EFDE025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F3D7B70-798A-4ADB-9C01-85550386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E9FBFAD-31C4-4CC6-B115-B5BC0EA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B5953C44-BFDA-454F-A32D-A5A3ED13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8D783E13-9201-4FA0-A7A7-94F6A03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ECD3668D-3DCF-4A44-96A4-39437265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1C1A8B79-0016-43EE-8D9B-D1435C20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928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F09B5970-AA55-4B84-BBAD-5BB6B5A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153FA9B-2991-4434-A22F-E7F468C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F11FBA08-D42B-4A76-B566-C4942FE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7131846D-A636-40AF-BD0E-F7F1687C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EF1544-FB8C-4CDC-80DB-C3FFF09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1AD1BA-0B35-488C-8666-60459B6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C4A42A-51C4-42B8-81D8-41BB3F0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7E5C49-6EC0-42AF-9C36-68109C2D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9E1E4034-4913-4ED1-9E92-62E194E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098167-7776-4B58-B339-091B3434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83E5EB-598E-40BC-8A48-D1F99625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A1CD5C-1614-4423-B6E3-FE231DF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A77B567-B041-47E8-8C62-1D5AE24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CCFEE36D-F46A-4A66-8882-6C69FF4E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059CE9-11C2-434A-AD71-4BCE64F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CB659D5-E692-4A8F-BDE3-4B5988DA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825604-A4E9-4566-AA5F-18565F8F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6A45974-8D5A-4600-B062-480864EF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0738618C-1CEB-4705-824C-F69CCD68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9528080-5131-43BC-930D-BD4EB7AE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7358239-341E-4BC0-ACEC-9050171D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32F82EF-1EFD-4E53-80D5-49FF9BAE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3A7E267D-AE44-4D77-B18C-305BD716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854F1EDC-3A18-45CB-8A9A-CBD3BE5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2879E5B8-1C26-4670-A4B1-94362738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0649E99B-6A5F-4F7C-8D61-9EFE506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D5E1FEF9-F093-49F8-A248-A7B9FF1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FD5AD6FB-CE38-4F78-AF17-59C23C2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4AD481D5-C4F8-4F8C-97E0-67A64B3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6626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1626B529-11EB-49E0-BB31-EB492370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C364B0A-0175-43E6-8B0B-7E864E4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9997E675-29E9-45FF-BC9F-92C08B14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3408FCEC-D862-43E5-9EA7-08EC5E9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8E8CF535-31B6-4B75-8BC6-EE1CF546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A7BD1C95-22A2-405E-9E51-0943F78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173978AD-6F36-49EA-92A9-464B857D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BDA7E624-0A72-4EDC-BB08-188BE780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F0DDD050-FB26-4017-AEAD-D554BAFF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07FAFD91-E1F4-4914-839B-03C829F4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8152053F-0D78-4D4E-8FB6-57091BB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F729341D-E3BF-430B-8A5E-462F55C6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1A4B078B-2E50-4C8A-A8E6-64B21D1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87C5598A-E445-4ABD-90C1-00186A0A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7CA8C4D6-1878-43F0-8D00-D89B54C8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64B48053-689C-4A95-AAAD-0B466D08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940CDB8C-5CB1-4EE4-8F26-1210264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1983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111C2758-613D-4244-8C73-B8360DB1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2F01F6B-10E9-4E92-9A11-518D52D9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E2E4DA1-5060-4134-9A8D-EE0A5EAA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0D2DD3CE-0279-422D-8F50-70170CFF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7D1C4C-315E-4129-906C-C0D35937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7A687435-23A0-46B5-8F6B-F2BC765D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45F824-CAC2-43A0-A0AB-D672C52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6E5B14B0-6F1C-4139-85F7-20810996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32802A-18B8-40F4-9E3C-3926CEF5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1C4EA962-0F60-4D56-8721-85046DA8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D7DAE4-44F0-4B39-AD91-2C002E98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028B62D7-0258-4A23-913B-1D8D524A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84F1449-A286-4A25-9CE9-FDCCEE21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BB5D3E16-D0C1-4069-A6A0-60E8749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7BBD3CB-8A96-4B9A-8C46-7024BDB5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4FE0A17D-1DFB-4246-84D7-ACCF706B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8BD798-21C5-41D8-85D8-38F120E9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63B09CAA-7F73-4864-B868-48B10E0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441718-AA7A-49BF-9F8A-A6545F29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6D8F92F1-C7E9-4489-9A28-6AF6CB1D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365F18F-7DA3-4A25-82C3-3CDD53A9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C466CF11-5E98-4FE2-AFB4-81284EAE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9E661A7-9F70-4B7C-BDFE-6841C9E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DB6CB7F5-EB17-4158-A2E0-309183B3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E19DA07-9E9E-4D74-82C2-7D93FFBF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0693882C-1833-4232-AB3A-F6476A46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3554996-15C7-4F99-AA5B-E73CC64D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21A02F4D-AEFC-4DC7-87D4-8D0BF6B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E27D7B1-3C42-4344-9104-1699670F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44BCDFD6-A7B6-4FD6-B337-FBE11394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B7098F1-E72B-42F4-93C8-365F79EF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60059BB4-A046-4725-8869-E3823E3C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9AD8E01-FE35-4E7A-B1D9-4343954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D99ACA14-2534-4608-B4ED-EB8250C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1C318AC-0144-432C-81C7-F3C60D82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74F8C8F9-C710-4804-8DC6-C6E98D48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97769750-488D-4021-A3E0-4A18D01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FEE07835-F30B-4715-9F33-55E78960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FE1D0148-5ACD-4AAF-9E67-E0ECE37C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4533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6294A61F-CB79-4D01-AE49-9139D01C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D7E1C01-1C57-4B40-ADC7-D5F3180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01E313D7-1322-494F-A1B7-D78869D8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59E93136-BD0F-434B-8BFC-49E4D2B4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EEA9A764-97B1-4215-BD8A-4CB1278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7742F7-536B-418D-8913-5BBB042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B8BEED-4B6F-4B83-8605-68121B3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4252907B-C254-46EB-91D5-B680FF2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A02EC402-2C3E-4894-B836-97285339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06FFE5B-10BC-46E2-AD10-C37D6884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B6EE543-7206-48F1-A8CA-4FBC5D0B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FE3DF4F2-403C-47D6-9722-39F9D615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1F048CFA-167D-48A5-BC0B-2679E24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5610EC-E595-4F4A-8285-FB682434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BB71022-C987-4C25-B28F-76037B6B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A6D08DA8-1316-4FF7-811F-3CF2698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305E429-6389-49DE-83B0-15BE765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B9843C31-1FBE-412C-954B-4E541CFC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8E9CB64F-4263-4A73-B897-14E28B49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48DEA7AC-3AEE-4D9D-B925-ED944826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2450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2CB5AF3A-AD3A-4A66-8DBD-F20B1909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ADA64C07-5C22-419F-B25A-892387BA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7192D17C-A438-43DC-9CD5-16A611A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311415-FD1D-47AB-B16B-BE48E358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D388AD18-8F38-4C33-B8EC-0A1EA08C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9595D0-3772-4A88-B250-B3394AD3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797C14B9-AD6B-4AE0-9DEC-7B5CE861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11588E-B5A4-487A-A961-E88CD038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04EC6C42-A83A-42BA-B5F2-3A4CBCE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885733f834158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89CCD4-6C4A-4F04-9F99-2912A51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A56737-FF6D-4398-9E98-5746A5A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A9B65536-BAFC-4873-AEC6-5F6D3E19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7D6950C-8F40-438B-B7C4-DA7E13BF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714878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2026-07-24T12:43:38.8470000Z</dcterms:created>
  <dcterms:modified xsi:type="dcterms:W3CDTF">2026-07-24T12:43:38.8470000Z</dcterms:modified>
</coreProperties>
</file>