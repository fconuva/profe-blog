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9e9b09ffe42d7" /><Relationship Type="http://schemas.openxmlformats.org/officeDocument/2006/relationships/extended-properties" Target="/docProps/app.xml" Id="R1eab611400494da3" /><Relationship Type="http://schemas.openxmlformats.org/officeDocument/2006/relationships/officeDocument" Target="/ppt/presentation.xml" Id="Rf7fe7e1ed5a842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2d3e836a04230"/>
  </p:sldMasterIdLst>
  <p:notesMasterIdLst>
    <p:notesMasterId xmlns:r="http://schemas.openxmlformats.org/officeDocument/2006/relationships" r:id="R2a05d44c4fd34e85"/>
  </p:notesMasterIdLst>
  <p:sldIdLst>
    <p:sldId xmlns:r="http://schemas.openxmlformats.org/officeDocument/2006/relationships" id="256" r:id="R6293c6080b934b2a"/>
    <p:sldId xmlns:r="http://schemas.openxmlformats.org/officeDocument/2006/relationships" id="257" r:id="Rf3dcb273bc6d43a6"/>
    <p:sldId xmlns:r="http://schemas.openxmlformats.org/officeDocument/2006/relationships" id="258" r:id="Rcb9f14a0e7934e5a"/>
    <p:sldId xmlns:r="http://schemas.openxmlformats.org/officeDocument/2006/relationships" id="259" r:id="R4558125033b6483f"/>
    <p:sldId xmlns:r="http://schemas.openxmlformats.org/officeDocument/2006/relationships" id="260" r:id="Rc22a8205aab9433e"/>
    <p:sldId xmlns:r="http://schemas.openxmlformats.org/officeDocument/2006/relationships" id="261" r:id="R90d9c3409f4d4f4b"/>
    <p:sldId xmlns:r="http://schemas.openxmlformats.org/officeDocument/2006/relationships" id="262" r:id="R99c36e4f50ef4919"/>
    <p:sldId xmlns:r="http://schemas.openxmlformats.org/officeDocument/2006/relationships" id="263" r:id="Re0b31162a5a740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5cf4821d1148d4" /><Relationship Type="http://schemas.openxmlformats.org/officeDocument/2006/relationships/slideMaster" Target="/ppt/slideMasters/slideMaster1.xml" Id="R3722d3e836a04230" /><Relationship Type="http://schemas.openxmlformats.org/officeDocument/2006/relationships/notesMaster" Target="/ppt/notesMasters/notesMaster1.xml" Id="R2a05d44c4fd34e85" /><Relationship Type="http://schemas.openxmlformats.org/officeDocument/2006/relationships/presProps" Target="/ppt/presProps.xml" Id="R509e7dbe5d334548" /><Relationship Type="http://schemas.openxmlformats.org/officeDocument/2006/relationships/tableStyles" Target="/ppt/tableStyles.xml" Id="R583992feeae34c25" /><Relationship Type="http://schemas.openxmlformats.org/officeDocument/2006/relationships/slide" Target="/ppt/slides/slide1.xml" Id="R6293c6080b934b2a" /><Relationship Type="http://schemas.openxmlformats.org/officeDocument/2006/relationships/slide" Target="/ppt/slides/slide2.xml" Id="Rf3dcb273bc6d43a6" /><Relationship Type="http://schemas.openxmlformats.org/officeDocument/2006/relationships/slide" Target="/ppt/slides/slide3.xml" Id="Rcb9f14a0e7934e5a" /><Relationship Type="http://schemas.openxmlformats.org/officeDocument/2006/relationships/slide" Target="/ppt/slides/slide4.xml" Id="R4558125033b6483f" /><Relationship Type="http://schemas.openxmlformats.org/officeDocument/2006/relationships/slide" Target="/ppt/slides/slide5.xml" Id="Rc22a8205aab9433e" /><Relationship Type="http://schemas.openxmlformats.org/officeDocument/2006/relationships/slide" Target="/ppt/slides/slide6.xml" Id="R90d9c3409f4d4f4b" /><Relationship Type="http://schemas.openxmlformats.org/officeDocument/2006/relationships/slide" Target="/ppt/slides/slide7.xml" Id="R99c36e4f50ef4919" /><Relationship Type="http://schemas.openxmlformats.org/officeDocument/2006/relationships/slide" Target="/ppt/slides/slide8.xml" Id="Re0b31162a5a740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0102451669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f5a08b0d04fb0" /><Relationship Type="http://schemas.openxmlformats.org/officeDocument/2006/relationships/notesMaster" Target="/ppt/notesMasters/notesMaster1.xml" Id="Rebb7ba3c90e3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24f5428570490a" /><Relationship Type="http://schemas.openxmlformats.org/officeDocument/2006/relationships/notesMaster" Target="/ppt/notesMasters/notesMaster1.xml" Id="Rec7f436a4e4c42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b1dcfeb2664dee" /><Relationship Type="http://schemas.openxmlformats.org/officeDocument/2006/relationships/notesMaster" Target="/ppt/notesMasters/notesMaster1.xml" Id="R1c11aa78f28447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d3aa26ce6408e" /><Relationship Type="http://schemas.openxmlformats.org/officeDocument/2006/relationships/notesMaster" Target="/ppt/notesMasters/notesMaster1.xml" Id="R49772942e75b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42e831a284c22" /><Relationship Type="http://schemas.openxmlformats.org/officeDocument/2006/relationships/notesMaster" Target="/ppt/notesMasters/notesMaster1.xml" Id="Rb10d562ef8e1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e2dab45d34456b" /><Relationship Type="http://schemas.openxmlformats.org/officeDocument/2006/relationships/notesMaster" Target="/ppt/notesMasters/notesMaster1.xml" Id="R406a317024dc49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0d94cfff5e4a43" /><Relationship Type="http://schemas.openxmlformats.org/officeDocument/2006/relationships/notesMaster" Target="/ppt/notesMasters/notesMaster1.xml" Id="R2b17ec3371744f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443b8ba87f4c25" /><Relationship Type="http://schemas.openxmlformats.org/officeDocument/2006/relationships/notesMaster" Target="/ppt/notesMasters/notesMaster1.xml" Id="Rd5590a46db33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e752ed7834d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9ab57bcb04397" /><Relationship Type="http://schemas.openxmlformats.org/officeDocument/2006/relationships/slideLayout" Target="/ppt/slideLayouts/slideLayout1.xml" Id="R9c9fbe4968b1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9fbe4968b1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2f9c37ae54975" /><Relationship Type="http://schemas.openxmlformats.org/officeDocument/2006/relationships/image" Target="/ppt/media/image.bin" Id="R29083e3e5c9e4940" /><Relationship Type="http://schemas.openxmlformats.org/officeDocument/2006/relationships/image" Target="/ppt/media/image.png" Id="R80fd6a3d8b2841a3" /><Relationship Type="http://schemas.openxmlformats.org/officeDocument/2006/relationships/notesSlide" Target="/ppt/notesSlides/notesSlide1.xml" Id="R42d91ac94f8b42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0b88f9758414e" /><Relationship Type="http://schemas.openxmlformats.org/officeDocument/2006/relationships/notesSlide" Target="/ppt/notesSlides/notesSlide2.xml" Id="Ra06715cbaaab40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8006163f64668" /><Relationship Type="http://schemas.openxmlformats.org/officeDocument/2006/relationships/notesSlide" Target="/ppt/notesSlides/notesSlide3.xml" Id="Rc2249c7b2e95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7faa5065419c" /><Relationship Type="http://schemas.openxmlformats.org/officeDocument/2006/relationships/notesSlide" Target="/ppt/notesSlides/notesSlide4.xml" Id="Rca1f6b13c7f4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620b132684c41" /><Relationship Type="http://schemas.openxmlformats.org/officeDocument/2006/relationships/notesSlide" Target="/ppt/notesSlides/notesSlide5.xml" Id="R50cf522d0239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4c9dca7b24c9e" /><Relationship Type="http://schemas.openxmlformats.org/officeDocument/2006/relationships/notesSlide" Target="/ppt/notesSlides/notesSlide6.xml" Id="Rfc75449b7d37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b91a93d3849d1" /><Relationship Type="http://schemas.openxmlformats.org/officeDocument/2006/relationships/notesSlide" Target="/ppt/notesSlides/notesSlide7.xml" Id="R3c4c56c9833741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19be4d4eb4ef5" /><Relationship Type="http://schemas.openxmlformats.org/officeDocument/2006/relationships/image" Target="/ppt/media/image2.bin" Id="R7b38f12494c04212" /><Relationship Type="http://schemas.openxmlformats.org/officeDocument/2006/relationships/notesSlide" Target="/ppt/notesSlides/notesSlide8.xml" Id="Re3a2818f276d4e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CEA3A4E0-28A2-4912-9414-C07AF65D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83e3e5c9e4940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56450319-AC81-43E2-BAAD-037A344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d6a3d8b2841a3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17A2FE62-2B7F-4F95-B1AF-119ABDB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D85ED530-086E-4475-8452-8918849B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Husillo de rectificadora de piezas cilíndricas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2193E1AD-D2DA-46A0-8DEF-37BD02F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2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5C119494-0429-4577-99BA-23D03DA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Omar Ayala Mora · Alejandro Díaz Guajardo · Salvador Gaete Maldonado · Franco Araya Peña · Augusto Parada Ávila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246CA7FD-E078-4188-8D3E-D5153EB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1852114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773A3782-5B11-4608-A376-55C872E9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961C85A-0BFF-4B0F-A61C-94963D1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4D79CBAA-59CB-4056-B5F7-3C8882B2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151F22CC-4BC3-4C03-BF25-B6B6655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92DF83C5-9CB3-4690-8383-110996E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5DED21D7-4437-4112-9D85-5D1C517B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6A100F0F-7657-4E28-BA1A-6ABE300F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Husillo de rectificadora de piezas cilíndricas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C45CB61D-54A8-4E62-B6C5-D8310F14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55374638-5112-4597-A46A-3F569510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7C2761FA-E332-4E22-8C6A-F85B96A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12F13D08-64B8-4566-AE4A-8347E25F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52C6E51B-6BFD-4B83-B117-80B397C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5CF76E2A-554C-4520-B368-F2A9EB3C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19E29BDB-E2ED-44EF-BFC2-DCCD6C3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1856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7296CC6A-F0DA-4745-9E94-3791CBFB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FB6985C-B337-4D01-8C6C-E0E6F8A1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5F296500-FB71-4641-9F54-0B1C8C0F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53303A54-A787-47BC-81F4-7A3CB06B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F53AA6-61DE-4BFB-A0BB-0167619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053237A9-4870-464D-9AFD-7546735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089D5059-EFEB-4B59-BBDB-4244ED70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8283C8-0E62-4B45-B021-A887DD3B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5990DB-F758-4DCD-87A3-870FFB08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6C5335-C7F2-4501-A4A1-F4A2ABE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485673A3-F89B-4C44-A773-785B9164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647C405-78A6-4AA3-A549-5E136BD7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D7B511-8ACE-4ED8-9ED4-1B90F930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FF53623-A2AC-4FB9-A2D0-129BF539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13A59A4E-8CB7-4D3F-8D59-6624BF9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F08D95-E749-4971-B19E-336980DC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2136A1E-DA61-4DC0-800B-766E8924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9F8DE9-34ED-4758-AEF0-83C99D57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CECCD1BB-C909-40F4-BEA9-D62B36A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4A3F95AA-9043-410A-A384-BFDFF27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B70563A3-C0D4-4A00-ABF0-48743CC1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731A238E-D30E-4B23-9B5D-09770BC5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2842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A58BCA6D-D2DE-49D2-A970-B99A0F9D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87116ED-5AD4-4C81-8A55-63A574BA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35212480-6EB5-45DC-AFB4-23BC2D0A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6C0227BD-A0C8-49AB-84C5-AC4D2DA8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9F6A4C-B9BE-4292-A415-ADDCE1E2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126757-B12E-4645-AED3-C236703D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BFC344-FF96-49A7-9A30-4993D4DB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116994-4267-4735-98CF-37AEA2E7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134619DE-7291-46F5-A3EF-F7FA6413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9EE684-0632-406F-8C2B-46E2114E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E4FD42-4E14-4274-96D7-F91300C8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31DA96-666F-43DA-A484-4AEB270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931CD8A-BE4C-4394-92BD-E23B135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D547BD12-9DF6-4092-BE79-18CF203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AB21FD-E2DC-4BE1-8E82-7BD54AAB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4CD995-8B4C-4277-BC23-8CE050A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BE46398-25C8-4E66-8B95-B46E62A7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E61D4D-CA55-4156-9DCF-7EEDB9E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0DF6A4F7-3D1E-43A1-90A9-121ED38A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D8C075C-2FAC-4961-9BDD-1939DCB2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69CBA1-3D7A-42A9-9D2C-EC8820A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8C9B94-B9A5-4915-8C08-2436061B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2998C6A4-DCA2-4B55-BF1D-82154874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4453DA3E-E5F0-4203-92D8-5CFE82A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C2A09AD0-BED3-4B29-8BC3-AF18F9C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40B03C15-FB43-491A-92EA-8039553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7A1059E3-A4AE-4BD0-8174-36FEE4F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08DEC56F-3E6C-49D2-A00E-E93FA38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81E3483C-83D9-4391-93A4-0239AC26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5123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E2E2982A-8ED1-42EC-A349-3DDF7CB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9738EB1-7FCA-4038-9B91-0F22BA7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CD781600-98A5-4AAB-9C14-4CB3997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69233CC8-D5C3-47EC-8884-3A725D0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0EFF63DF-69BC-412C-B4BE-D0DE8A9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4DEB12EA-B697-415E-896A-3638CEF7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1AAE88A5-1927-433C-964D-010BED55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0847FB40-2803-4D05-B163-1238625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0D45497C-3E52-4CEA-91DD-5B148E7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16A05536-A714-4C10-82BB-68E0B28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AF607C2D-190F-40A0-9E46-F4B6E6A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00684855-35C9-4B79-9F76-0847224B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53125251-C259-4D25-8653-2EA1E95F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6078391C-831B-41A9-8675-1AAEAA9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977A5D37-D7E0-4A90-807D-B975A01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B9E51718-FC6D-482F-8229-4F76796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83E688AA-2E95-4E27-84EF-CE8803BF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0386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F0EDB33C-21BC-4ED8-8063-DAAB63F7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6E58028-B028-4A0E-A816-2B21F5B1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FBDDE86C-7E8A-42EF-81C6-DBC122F8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C6F453E8-BF3D-4198-B150-E978027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71E417-D853-4264-848E-50EA24D9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53F27628-619F-49AE-B938-15054092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38FEBE-7E73-4CDA-BA0E-3967671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D249A449-2C90-408B-83E7-1A88990E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760261-B18D-4482-94E1-9AC27DC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AD1DFC9C-DE46-458D-96B2-C737037A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5ACCE23-866D-4930-906E-EE8E95F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5F162D03-FD0D-4B20-88A1-F4A8F977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E806FA-5A9B-4E36-B0A9-72DED639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58E74943-5297-4E1C-8DA7-AD4E82C8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4DC4CC-AB78-4AD8-9ABE-0F22943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EE783030-DF22-4018-8BBE-C86CA953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E29FF2F-5585-4112-9A2B-6EFFCB19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FAAA997F-945F-44B6-BC95-9F97639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83A9BF-5709-4D2B-8965-1C5DD61E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34472C70-B5FD-497B-8051-D43DF83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FB40C09-F820-4EDC-8028-A010F21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99869A38-5AE4-4793-8CAC-DCDE1713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ADA78BB-F40C-46E2-BF55-F0495FF7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AC92B5D6-B6EE-4968-9F2C-553822B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F8BC28E-2F59-4616-AD21-68D9BF7E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23BCEA14-4D6B-4B08-B2B5-F1AE07DE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8B14F5F-C921-44E1-AD7A-0EE7ED6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F26DF2F3-F23A-443A-B21B-30CAE9C9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049BAFA-CACE-4148-8909-1B2F7D7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FB7EE08B-2837-46C6-8965-57752C3E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65A3BF1-60DD-42C4-A3F8-A558515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77459C31-A1E0-47D2-A85B-C4438678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0C95980-7924-47B9-8D74-3787A6A6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3D7ADDEF-186F-4A0F-9F24-78050EA9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51C2273-DDE9-4F34-AACD-0816D20F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9C42EB5E-1881-4B32-9BFF-7CEA781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4FCFEB41-852A-41DF-BB2A-4BBE4F35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47EF8E67-9824-4A6E-9B75-2E6450CF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78213F9F-FB29-454A-9C98-395E4790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1684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E1DA2944-4D93-45A8-90A8-626ACA98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991E4C7-B6F7-4D52-A773-E20A22D0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455622CD-F32A-4674-A3C1-04C3272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D0E12104-95A0-48F1-9648-77FA1D5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86523527-90B4-49D9-8F24-221B21D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E77859-8042-4F82-96C9-D7554F8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4132747-4CC7-4DD8-B008-7608B892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1002A426-A803-4598-ADF7-201FA062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81718666-65F6-4FD8-9CE4-CA63FC38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9E47BC-01D8-48ED-A927-22AFB4EB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4D724EE-C8F0-4948-BFA5-D77971A7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AD20AE6D-5ED6-4C88-BA4F-B376A84A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ACF4D027-050B-4296-982F-0D9F4180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A54D069-729D-46A8-892F-8470A497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DF17C49-99E6-42B0-83F1-9A5D2A22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E9B0AA13-0170-4924-89C3-D0AC02D8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69D463F-F803-4445-89C6-CCA291BF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6BCF4EDB-42DF-4A81-839B-7F96F94C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FADC44E5-7228-487E-B3EF-87C6AA2B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406710FE-2BB2-4ACB-8860-A1A7D97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6370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6AD54832-55EE-4D22-94B1-59B5D20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460E509E-848F-452C-AEA2-0FFB8EBF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B53E0438-2F4E-41C0-8C48-CE1F4319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64CD9DA-FDED-4A9C-8B2E-1376DCE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3F13E90F-D3BD-4612-8325-C7FAECB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F156D1-91CC-48D2-9116-5832FA33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1DAA2A45-64D0-4572-8A42-A6324614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CF6706-AD10-42A3-9B7A-1A8234E1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7150111D-DD3E-4AAF-ADF9-155825F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8f12494c04212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510433-8E9B-4F47-B242-09AA784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A9D7D2-1CCC-469B-A972-2C4FE8FC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33C2CE70-2052-4AF7-A12E-86D3A45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B4DD6B-9502-47F7-8E7A-849851F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646636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2026-07-24T12:43:39.5210000Z</dcterms:created>
  <dcterms:modified xsi:type="dcterms:W3CDTF">2026-07-24T12:43:39.5210000Z</dcterms:modified>
</coreProperties>
</file>