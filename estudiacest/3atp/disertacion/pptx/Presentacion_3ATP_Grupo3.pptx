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ca8644eac14a94" /><Relationship Type="http://schemas.openxmlformats.org/officeDocument/2006/relationships/extended-properties" Target="/docProps/app.xml" Id="R30bfd2fe9cdc4094" /><Relationship Type="http://schemas.openxmlformats.org/officeDocument/2006/relationships/officeDocument" Target="/ppt/presentation.xml" Id="R6dae7c01746246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117fa0e2c84fc3"/>
  </p:sldMasterIdLst>
  <p:notesMasterIdLst>
    <p:notesMasterId xmlns:r="http://schemas.openxmlformats.org/officeDocument/2006/relationships" r:id="R4a6449147cce459f"/>
  </p:notesMasterIdLst>
  <p:sldIdLst>
    <p:sldId xmlns:r="http://schemas.openxmlformats.org/officeDocument/2006/relationships" id="256" r:id="Re5b17cce0a644a72"/>
    <p:sldId xmlns:r="http://schemas.openxmlformats.org/officeDocument/2006/relationships" id="257" r:id="R585c886413424229"/>
    <p:sldId xmlns:r="http://schemas.openxmlformats.org/officeDocument/2006/relationships" id="258" r:id="R21455eba77f14902"/>
    <p:sldId xmlns:r="http://schemas.openxmlformats.org/officeDocument/2006/relationships" id="259" r:id="Ra3964c24bc624b93"/>
    <p:sldId xmlns:r="http://schemas.openxmlformats.org/officeDocument/2006/relationships" id="260" r:id="R59bf33d0272c4f88"/>
    <p:sldId xmlns:r="http://schemas.openxmlformats.org/officeDocument/2006/relationships" id="261" r:id="Rfd0c0b651f6846da"/>
    <p:sldId xmlns:r="http://schemas.openxmlformats.org/officeDocument/2006/relationships" id="262" r:id="Rb962fd5235ba4c3c"/>
    <p:sldId xmlns:r="http://schemas.openxmlformats.org/officeDocument/2006/relationships" id="263" r:id="Rdd68acbdaadb40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55fbf52dc14888" /><Relationship Type="http://schemas.openxmlformats.org/officeDocument/2006/relationships/slideMaster" Target="/ppt/slideMasters/slideMaster1.xml" Id="Ra4117fa0e2c84fc3" /><Relationship Type="http://schemas.openxmlformats.org/officeDocument/2006/relationships/notesMaster" Target="/ppt/notesMasters/notesMaster1.xml" Id="R4a6449147cce459f" /><Relationship Type="http://schemas.openxmlformats.org/officeDocument/2006/relationships/presProps" Target="/ppt/presProps.xml" Id="R017d8ff5d7de4800" /><Relationship Type="http://schemas.openxmlformats.org/officeDocument/2006/relationships/tableStyles" Target="/ppt/tableStyles.xml" Id="R558a79001f00480a" /><Relationship Type="http://schemas.openxmlformats.org/officeDocument/2006/relationships/slide" Target="/ppt/slides/slide1.xml" Id="Re5b17cce0a644a72" /><Relationship Type="http://schemas.openxmlformats.org/officeDocument/2006/relationships/slide" Target="/ppt/slides/slide2.xml" Id="R585c886413424229" /><Relationship Type="http://schemas.openxmlformats.org/officeDocument/2006/relationships/slide" Target="/ppt/slides/slide3.xml" Id="R21455eba77f14902" /><Relationship Type="http://schemas.openxmlformats.org/officeDocument/2006/relationships/slide" Target="/ppt/slides/slide4.xml" Id="Ra3964c24bc624b93" /><Relationship Type="http://schemas.openxmlformats.org/officeDocument/2006/relationships/slide" Target="/ppt/slides/slide5.xml" Id="R59bf33d0272c4f88" /><Relationship Type="http://schemas.openxmlformats.org/officeDocument/2006/relationships/slide" Target="/ppt/slides/slide6.xml" Id="Rfd0c0b651f6846da" /><Relationship Type="http://schemas.openxmlformats.org/officeDocument/2006/relationships/slide" Target="/ppt/slides/slide7.xml" Id="Rb962fd5235ba4c3c" /><Relationship Type="http://schemas.openxmlformats.org/officeDocument/2006/relationships/slide" Target="/ppt/slides/slide8.xml" Id="Rdd68acbdaadb40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829b60b02943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6f6aa9ae5140f0" /><Relationship Type="http://schemas.openxmlformats.org/officeDocument/2006/relationships/notesMaster" Target="/ppt/notesMasters/notesMaster1.xml" Id="R0351826e460d48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67b2eac9fa403a" /><Relationship Type="http://schemas.openxmlformats.org/officeDocument/2006/relationships/notesMaster" Target="/ppt/notesMasters/notesMaster1.xml" Id="R91daf5aae317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bac74eeb5e4204" /><Relationship Type="http://schemas.openxmlformats.org/officeDocument/2006/relationships/notesMaster" Target="/ppt/notesMasters/notesMaster1.xml" Id="R1c9a207e89794b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0574b6d6c429e" /><Relationship Type="http://schemas.openxmlformats.org/officeDocument/2006/relationships/notesMaster" Target="/ppt/notesMasters/notesMaster1.xml" Id="R3bd2b5c9725447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4e021b284e457c" /><Relationship Type="http://schemas.openxmlformats.org/officeDocument/2006/relationships/notesMaster" Target="/ppt/notesMasters/notesMaster1.xml" Id="R91b6d99fd4a14f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ef643535a24302" /><Relationship Type="http://schemas.openxmlformats.org/officeDocument/2006/relationships/notesMaster" Target="/ppt/notesMasters/notesMaster1.xml" Id="Re69292c8c60049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e3be3cf0ce43f3" /><Relationship Type="http://schemas.openxmlformats.org/officeDocument/2006/relationships/notesMaster" Target="/ppt/notesMasters/notesMaster1.xml" Id="R932ec1e310fd40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5ddea629a4d74" /><Relationship Type="http://schemas.openxmlformats.org/officeDocument/2006/relationships/notesMaster" Target="/ppt/notesMasters/notesMaster1.xml" Id="Rb42aaeadb0b544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1dc918d98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3acd53d2d4c5d" /><Relationship Type="http://schemas.openxmlformats.org/officeDocument/2006/relationships/slideLayout" Target="/ppt/slideLayouts/slideLayout1.xml" Id="R2d01ff18c1fa4b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01ff18c1fa4b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6984d5a324886" /><Relationship Type="http://schemas.openxmlformats.org/officeDocument/2006/relationships/image" Target="/ppt/media/image.bin" Id="R5542b5e486e540cc" /><Relationship Type="http://schemas.openxmlformats.org/officeDocument/2006/relationships/image" Target="/ppt/media/image.png" Id="R28c505822a03413a" /><Relationship Type="http://schemas.openxmlformats.org/officeDocument/2006/relationships/notesSlide" Target="/ppt/notesSlides/notesSlide1.xml" Id="Ra81572aced924b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0ec474a034e52" /><Relationship Type="http://schemas.openxmlformats.org/officeDocument/2006/relationships/notesSlide" Target="/ppt/notesSlides/notesSlide2.xml" Id="R907711189691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24b5a620b4e74" /><Relationship Type="http://schemas.openxmlformats.org/officeDocument/2006/relationships/notesSlide" Target="/ppt/notesSlides/notesSlide3.xml" Id="R0d9f843bffcd44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538d1fadb4d5c" /><Relationship Type="http://schemas.openxmlformats.org/officeDocument/2006/relationships/notesSlide" Target="/ppt/notesSlides/notesSlide4.xml" Id="R1f72c5140ac042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443f5588594b24" /><Relationship Type="http://schemas.openxmlformats.org/officeDocument/2006/relationships/notesSlide" Target="/ppt/notesSlides/notesSlide5.xml" Id="R4213e05783d749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97b9a8a8334442" /><Relationship Type="http://schemas.openxmlformats.org/officeDocument/2006/relationships/notesSlide" Target="/ppt/notesSlides/notesSlide6.xml" Id="R69b1d05c5d57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d45029bbf425a" /><Relationship Type="http://schemas.openxmlformats.org/officeDocument/2006/relationships/notesSlide" Target="/ppt/notesSlides/notesSlide7.xml" Id="R75d833f258ad42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8348d22ded459b" /><Relationship Type="http://schemas.openxmlformats.org/officeDocument/2006/relationships/image" Target="/ppt/media/image2.bin" Id="R307b355bdf694b40" /><Relationship Type="http://schemas.openxmlformats.org/officeDocument/2006/relationships/notesSlide" Target="/ppt/notesSlides/notesSlide8.xml" Id="R04c4b270b1f048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FDD0B320-6E2A-4028-88A3-B3E8AB8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2b5e486e540cc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7ED71A9C-B16E-4150-8FA2-B914473E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505822a03413a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1DF193F1-1D6C-4A38-8DD4-3B646788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66BCD599-61D8-439B-A2DD-19B5F67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Caja de velocidades: armado y desarmado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7D8B1F82-EE74-4FFC-A730-6BC8E174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3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A23191F2-45CD-491B-9DF5-10BD90B3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Thomas Navarro Amaro · Damián Torres Castillo · Vicente Ruiz Salinas · Tomás Sepúlveda González · Juan Pablo Valdés Chandía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10440BBF-347B-46C9-BB48-12576A92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381242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5C042924-5BDE-41CF-A110-5BF6DDC1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2F5D95D-8440-4B91-9DDE-061B9E5C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AC1124BF-A949-46FE-A856-0CA5A484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03101008-3FB1-4317-88AD-FDAA0041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DE43EA42-0171-4B4A-90BF-A90E39AD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E5C98651-6E1A-4FD2-91A9-17AD2360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23F117A8-1744-4807-80CF-1C5BA15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Caja de velocidades: armado y desarmado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74DEA706-FF1A-4F5B-8C96-CDF71FB0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E5EB916B-D37D-4175-90AE-E2884B79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70B6D869-4B74-4316-BD52-78E4B3EF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36850C95-18EC-4545-9F30-3CCF63DA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CB48109F-8683-49F6-997F-B5233D4F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2361AD18-9349-484B-84A1-D526FE08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71404EC7-93C1-42C4-B7E8-20B736DE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551474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F0DDFFF7-E5E2-49B2-88B0-0757D5FA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A44D944D-D399-4275-8BAC-72F31F09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02EB8CC1-9968-4A3C-87E2-F4869D52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9BFDA64A-4D38-491E-8C16-FAC2BBA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6F72C16-65E9-48D6-B789-4F542B9B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15E2D8EC-FC20-436A-9E28-F185EBFD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955F9D83-5D12-401D-BB1B-69E6AA9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D374E2D-763B-4285-981A-43A86F32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0B5632-33E4-4A6E-94D8-0AE7DF81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EF3232F-E1F9-4B08-A686-EE532B0B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6A0251FF-29EB-4E3C-AA69-E76E475D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9DC85A5-B5EB-4C92-9F50-595FDF5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6A0B6BB-663D-4660-AEC8-6B7CCAA6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BF19E08B-D9AE-4CEC-9B4B-0E1C459C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84114F82-6731-404E-8851-D140EE94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0E2B094-CACF-4558-9236-6115CFC1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F3931A6-B507-46F9-AA27-68EAE985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186E2126-5702-4342-B8CA-F4D5C4E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3D95C2EA-6196-492F-A720-E9AEA084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D4D268C5-A570-4158-B2A1-07C8D4345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249D7A12-DF5F-43C7-A182-718D909D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271B4E55-282C-490A-9F80-C07B6848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8164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7E5005EF-A40E-4222-AD89-199DC145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32F5292-7C5C-4F65-95EB-DE94A377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FCA4314-985D-460A-BA1A-C04D8BC2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07F2EF85-E401-4B13-9106-E01BA0F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FAB071E-FB18-44C0-93F0-0128656C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54565EC-5C0D-4A0E-93CF-65BFC39F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BC4C71B-95E0-4595-AC26-D8225CFF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2228AF5-24E6-427C-92BD-3F91BF6E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1A1DF754-2BD3-4998-8D7B-AF2461B8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EF0556C-846B-4465-B4FB-EF32A532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82AADE6-2260-4B6A-9865-E45D324E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4E5BB81-D772-499A-9042-2E19ACC3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96FA463-CB06-4C9E-A79A-FF299FC2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8BD605DB-E6F7-46E8-BF27-753CEF79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69771B-35FB-47E8-918D-D0876F8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D57B979-D2D5-4A19-898B-F7494DCD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5D0D0B01-E66E-40A3-AF8D-142BC6C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CABF05A-D91A-4C52-9D71-81CF94CF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FAEC1DDA-085F-434A-A027-735C18DF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6D9962-7F15-4844-B973-79C0028D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0E2833E3-3653-4D43-B4E8-5E98EFCE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308F3D4-895B-42FD-8E97-9B316F11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80E6694C-B76A-4FF3-9CE7-3E6BCFB1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A4234249-ACC4-4BDF-AFF7-AC5837B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4697FF91-08A5-4DCA-B183-82DCD51B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30F6C6CE-C4FC-479B-9F3B-C364C7E2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D71055D5-9A85-4BCE-A0A7-2C89B34B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879BA6BB-4B6E-45FF-98B4-3FE565B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D8CB6E59-A70A-4246-A7B5-5C146215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418360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DD6298AB-83D5-4125-BA5B-AEA84382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ECB8F48-A2E5-4B82-A91F-15607913F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C1816434-329D-432E-B89D-A6E2C43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FDB925B8-B8A9-4B38-A69D-38D34114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897546EE-9AD8-4ED7-B7E3-1C2DD91E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70660559-632C-4654-B6F5-D0C20B2C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38C25159-8EB1-4D24-AED3-CEFEED3B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27CA2241-A2B0-4356-B07F-1371E4A5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C39AD2C5-1B6A-43D3-A8D8-BF48BAA0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7293EDD2-A59D-485A-A89A-E6E4932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DFA60343-A8AA-4D68-8018-CFE91B74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6FDDA429-4936-4FAE-8257-1A25328B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A7F338F7-AC87-4F25-ADE8-617A9638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D0A9F68A-6F25-4E90-93A2-5A37BDDA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83FEE544-38B7-4ED8-920B-DC1D64B8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4156D1ED-9218-4DDE-A994-317630FF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3A38C8D3-7D49-4F41-B0CC-A296A67F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0212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9ECB419B-5C10-4775-8017-35EFEE86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442AA6CD-D6DA-4B33-A632-7B6F7C64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9BDD32DD-698F-44A1-A92B-30583D12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4AD72AE9-8DAA-4B66-9DEB-93F0D7E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560DB29-7910-4C6D-B33B-ACCDFBF9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39F8753A-49D3-40F1-99C5-34504BC6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75D8AF-AF25-4A20-BD97-4CEABF12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689819E9-A502-4D25-B6AB-6979EC1C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AB1891F-2266-451E-96DB-0F888F9C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AC3D1454-E89C-4ABB-8AB5-BA2BCAC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0ECC5D-22F8-419F-A864-089ABEE5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9E0DE4B0-1D98-4D12-88F1-853890C7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05E6494-777B-41E7-815F-2FA160EC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215F799B-67C1-49A1-8736-62ED30DD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CA2498-77FA-43FE-9DAA-43969F01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0AA03871-5511-4168-A879-94D65300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7BBCA78-202A-4FD7-A516-23C5CB11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AB99CFE2-9D41-4207-907C-F61B01BD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8FE333F5-E96E-43A7-9151-8A16758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D23D724A-9E2B-4EB8-8709-9F999B7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B2533F7-78A0-4EA8-9806-3ADC661F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EC8E954B-AE9D-467E-9E0E-45D0E672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468211E-F791-4D8B-8FCC-4098E187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6F8F566E-FB01-4067-AAE5-D2910C85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41A8C57-0B4A-4F85-8174-E79CE37D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C3524E4E-893B-49ED-9D2E-E1AD3B35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765C004E-6E38-420B-BCFB-DFEF70E6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003E3F69-8D06-4D5B-AB02-FF68E60E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C466E410-7DAA-4F36-9C7F-2261BD49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7C0473C2-B6F7-4FEA-93C4-A65AC039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E8BD886-16B3-411B-8B1A-4FE33539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C9886B9A-6C50-4FB1-850C-F51F5586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54A6CA3-40EC-4369-BC59-6DA91332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46130812-CD49-44E8-B80F-8A65AB56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91D5E0A-741B-4E66-8BE2-6B06DF08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8D3A9036-D6F4-405C-909D-A237CB89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C54B1DA2-3004-46E9-AB1B-802D237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2565B642-2E6B-45BC-BD43-C1E33E94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C6EE7177-C79D-4749-A8DF-5BBD4ACE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15372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FD2F3F00-B373-4E61-85E6-2F26DC4D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8257168-C425-45CB-9A45-60D9DC47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A77FF8C7-5FF1-421B-9B43-B635E026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B4F08344-81D4-42FB-B7F4-04532EAC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83FF62C7-8E5E-4545-BE88-DF3D4FEA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0ABBC73-2934-4A53-8DD0-170F8076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4EA619F-DFF7-4C6D-A882-BEC8D42D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73834DFC-1BEC-4656-925C-5C21B1A7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1B05C32D-E423-4773-A84A-FBFB112D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C0466E9-DEB1-4D65-ADB4-6E342ADC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7F56C06-5D3D-4D7A-89DE-EE2A8FAA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727E120D-C31C-4508-9736-7F635E15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4F4D58AD-3706-4ACB-A0DA-BDDB84BE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92E67F4-F1F0-46F0-A430-211F5B28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5473B0F-3C74-4E64-89CB-3CFC2715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2AC24E4C-646F-4E22-87E2-7297DA3D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EF1FD7D-FEC3-4BEE-A892-8B52327A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A8F27DCC-36E0-416F-A73C-A0E89FC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309B8E44-F7FC-41DF-8B16-B5B3D71D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5773D602-FBC2-4494-9B23-A87A0CCE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4890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D258CAC-EDA9-4EC7-BEF4-FB770C4C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57C38F66-25E5-4CA2-B966-448D3F1A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23F9A854-35BC-4C32-80F2-0C9AF049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59CA7B4-76BF-49E5-97F7-AA9E85AB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FFE9C261-2AF6-427C-8990-D1AB1C7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5E2C229-8E94-4239-A409-0615905D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D1DFA61A-51F1-4C7B-823F-44839033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FCF6EA7-2F6D-488A-B29F-0B6187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BFB75F1F-9058-409B-BF04-C5244ABD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b355bdf694b40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E25863B-051E-426F-9575-B8A949E6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E1D4B85-71C5-4060-AD7C-0756260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AFEF8DC6-FCE6-44FB-9BB8-E3AA3D7B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088D437-5898-4D2D-B661-94F305A9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1768635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2026-07-24T12:43:40.0960000Z</dcterms:created>
  <dcterms:modified xsi:type="dcterms:W3CDTF">2026-07-24T12:43:40.0960000Z</dcterms:modified>
</coreProperties>
</file>